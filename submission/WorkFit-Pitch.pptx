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d70da87c7a4409" /><Relationship Type="http://schemas.openxmlformats.org/officeDocument/2006/relationships/extended-properties" Target="/docProps/app.xml" Id="R56996a04ec734d38" /><Relationship Type="http://schemas.openxmlformats.org/officeDocument/2006/relationships/officeDocument" Target="/ppt/presentation.xml" Id="Rcdf5b9134de241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7beaf604e845e5"/>
  </p:sldMasterIdLst>
  <p:notesMasterIdLst>
    <p:notesMasterId xmlns:r="http://schemas.openxmlformats.org/officeDocument/2006/relationships" r:id="Rebccb86364b44eb1"/>
  </p:notesMasterIdLst>
  <p:sldIdLst>
    <p:sldId xmlns:r="http://schemas.openxmlformats.org/officeDocument/2006/relationships" id="256" r:id="Rc86ddfbf6c884b29"/>
    <p:sldId xmlns:r="http://schemas.openxmlformats.org/officeDocument/2006/relationships" id="257" r:id="Rd582bab1cc984a37"/>
    <p:sldId xmlns:r="http://schemas.openxmlformats.org/officeDocument/2006/relationships" id="258" r:id="R48f5f749e2134b33"/>
    <p:sldId xmlns:r="http://schemas.openxmlformats.org/officeDocument/2006/relationships" id="259" r:id="Rf537aee5854a4a4d"/>
    <p:sldId xmlns:r="http://schemas.openxmlformats.org/officeDocument/2006/relationships" id="260" r:id="R140f3d72718c4ec3"/>
    <p:sldId xmlns:r="http://schemas.openxmlformats.org/officeDocument/2006/relationships" id="261" r:id="Re150889633da4742"/>
    <p:sldId xmlns:r="http://schemas.openxmlformats.org/officeDocument/2006/relationships" id="262" r:id="R14dc69358438450e"/>
    <p:sldId xmlns:r="http://schemas.openxmlformats.org/officeDocument/2006/relationships" id="263" r:id="Rd220497160df48fb"/>
    <p:sldId xmlns:r="http://schemas.openxmlformats.org/officeDocument/2006/relationships" id="264" r:id="R01f5b7d1080a41eb"/>
    <p:sldId xmlns:r="http://schemas.openxmlformats.org/officeDocument/2006/relationships" id="265" r:id="R63203359eed64284"/>
    <p:sldId xmlns:r="http://schemas.openxmlformats.org/officeDocument/2006/relationships" id="266" r:id="Re6b73a748cdb41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8a0a4795ce4d99" /><Relationship Type="http://schemas.openxmlformats.org/officeDocument/2006/relationships/slideMaster" Target="/ppt/slideMasters/slideMaster1.xml" Id="Rca7beaf604e845e5" /><Relationship Type="http://schemas.openxmlformats.org/officeDocument/2006/relationships/notesMaster" Target="/ppt/notesMasters/notesMaster1.xml" Id="Rebccb86364b44eb1" /><Relationship Type="http://schemas.openxmlformats.org/officeDocument/2006/relationships/presProps" Target="/ppt/presProps.xml" Id="Rbc8294ff80444550" /><Relationship Type="http://schemas.openxmlformats.org/officeDocument/2006/relationships/tableStyles" Target="/ppt/tableStyles.xml" Id="Rbdcd22c2c5dd4c24" /><Relationship Type="http://schemas.openxmlformats.org/officeDocument/2006/relationships/slide" Target="/ppt/slides/slide1.xml" Id="Rc86ddfbf6c884b29" /><Relationship Type="http://schemas.openxmlformats.org/officeDocument/2006/relationships/slide" Target="/ppt/slides/slide2.xml" Id="Rd582bab1cc984a37" /><Relationship Type="http://schemas.openxmlformats.org/officeDocument/2006/relationships/slide" Target="/ppt/slides/slide3.xml" Id="R48f5f749e2134b33" /><Relationship Type="http://schemas.openxmlformats.org/officeDocument/2006/relationships/slide" Target="/ppt/slides/slide4.xml" Id="Rf537aee5854a4a4d" /><Relationship Type="http://schemas.openxmlformats.org/officeDocument/2006/relationships/slide" Target="/ppt/slides/slide5.xml" Id="R140f3d72718c4ec3" /><Relationship Type="http://schemas.openxmlformats.org/officeDocument/2006/relationships/slide" Target="/ppt/slides/slide6.xml" Id="Re150889633da4742" /><Relationship Type="http://schemas.openxmlformats.org/officeDocument/2006/relationships/slide" Target="/ppt/slides/slide7.xml" Id="R14dc69358438450e" /><Relationship Type="http://schemas.openxmlformats.org/officeDocument/2006/relationships/slide" Target="/ppt/slides/slide8.xml" Id="Rd220497160df48fb" /><Relationship Type="http://schemas.openxmlformats.org/officeDocument/2006/relationships/slide" Target="/ppt/slides/slide9.xml" Id="R01f5b7d1080a41eb" /><Relationship Type="http://schemas.openxmlformats.org/officeDocument/2006/relationships/slide" Target="/ppt/slides/slide10.xml" Id="R63203359eed64284" /><Relationship Type="http://schemas.openxmlformats.org/officeDocument/2006/relationships/slide" Target="/ppt/slides/slide11.xml" Id="Re6b73a748cdb41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4bf525c3fb43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8c076d92e046d6" /><Relationship Type="http://schemas.openxmlformats.org/officeDocument/2006/relationships/notesMaster" Target="/ppt/notesMasters/notesMaster1.xml" Id="R32ce6a9f278649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dc745ef95a4b35" /><Relationship Type="http://schemas.openxmlformats.org/officeDocument/2006/relationships/notesMaster" Target="/ppt/notesMasters/notesMaster1.xml" Id="R3e03e3aa3ed146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90326b3f5c4c5e" /><Relationship Type="http://schemas.openxmlformats.org/officeDocument/2006/relationships/notesMaster" Target="/ppt/notesMasters/notesMaster1.xml" Id="R6739553b833a4a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eed1dd646c48c2" /><Relationship Type="http://schemas.openxmlformats.org/officeDocument/2006/relationships/notesMaster" Target="/ppt/notesMasters/notesMaster1.xml" Id="R7adffde72a6344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65a63ef2714584" /><Relationship Type="http://schemas.openxmlformats.org/officeDocument/2006/relationships/notesMaster" Target="/ppt/notesMasters/notesMaster1.xml" Id="R7f611c653c904d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e829741a5f4940" /><Relationship Type="http://schemas.openxmlformats.org/officeDocument/2006/relationships/notesMaster" Target="/ppt/notesMasters/notesMaster1.xml" Id="R490a49f7c95442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6d51080a6047a6" /><Relationship Type="http://schemas.openxmlformats.org/officeDocument/2006/relationships/notesMaster" Target="/ppt/notesMasters/notesMaster1.xml" Id="R701438a783884e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7cdb49c51e4ce5" /><Relationship Type="http://schemas.openxmlformats.org/officeDocument/2006/relationships/notesMaster" Target="/ppt/notesMasters/notesMaster1.xml" Id="R4acb98acc4744d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46658e3c584d01" /><Relationship Type="http://schemas.openxmlformats.org/officeDocument/2006/relationships/notesMaster" Target="/ppt/notesMasters/notesMaster1.xml" Id="Rfae8e7243e7740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b6d97f20104711" /><Relationship Type="http://schemas.openxmlformats.org/officeDocument/2006/relationships/notesMaster" Target="/ppt/notesMasters/notesMaster1.xml" Id="R8faab6e3055846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71fda4818e4b7d" /><Relationship Type="http://schemas.openxmlformats.org/officeDocument/2006/relationships/notesMaster" Target="/ppt/notesMasters/notesMaster1.xml" Id="R9148507c1e6048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cbcd4fdf345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937321cdb4a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c411616d248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a855e6039b49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0e1dfb52df4c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5ca3561ff443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CA990B-4680-45F0-BB5A-2993E6B1B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97E7850-FAA1-4BE2-9A91-D07F6FB314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8EBD1C-865E-4BDE-A85B-7FBCD233A2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C7E65A-106F-4065-AFD2-39DDE40ABB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ED7736-5E54-4441-9F04-DCF595F6C6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858D65-B39B-44E2-83BC-3C82AB7032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4D3719-4085-41B8-90A7-259B34ECB2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B5DC8B6-6E2F-45B2-85A6-F82A35C4FC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11B217-A06B-43E8-A67A-7DFB0E4425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054F6E0-FC4C-49BA-BFA3-1CBC92E698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016713855c4fd0" /><Relationship Type="http://schemas.openxmlformats.org/officeDocument/2006/relationships/slideLayout" Target="/ppt/slideLayouts/slideLayout1.xml" Id="R08141c6f706d4820" /><Relationship Type="http://schemas.openxmlformats.org/officeDocument/2006/relationships/slideLayout" Target="/ppt/slideLayouts/slideLayout2.xml" Id="R32fa095009da4d23" /><Relationship Type="http://schemas.openxmlformats.org/officeDocument/2006/relationships/slideLayout" Target="/ppt/slideLayouts/slideLayout3.xml" Id="Rd257c4aaef664835" /><Relationship Type="http://schemas.openxmlformats.org/officeDocument/2006/relationships/slideLayout" Target="/ppt/slideLayouts/slideLayout4.xml" Id="R4098df3f10344c38" /><Relationship Type="http://schemas.openxmlformats.org/officeDocument/2006/relationships/slideLayout" Target="/ppt/slideLayouts/slideLayout5.xml" Id="R0e8bd391f2da41aa" /><Relationship Type="http://schemas.openxmlformats.org/officeDocument/2006/relationships/slideLayout" Target="/ppt/slideLayouts/slideLayout6.xml" Id="Rf487a0edfd4f47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141c6f706d4820"/>
    <p:sldLayoutId xmlns:r="http://schemas.openxmlformats.org/officeDocument/2006/relationships" id="2147483650" r:id="R32fa095009da4d23"/>
    <p:sldLayoutId xmlns:r="http://schemas.openxmlformats.org/officeDocument/2006/relationships" id="2147483651" r:id="Rd257c4aaef664835"/>
    <p:sldLayoutId xmlns:r="http://schemas.openxmlformats.org/officeDocument/2006/relationships" id="2147483652" r:id="R4098df3f10344c38"/>
    <p:sldLayoutId xmlns:r="http://schemas.openxmlformats.org/officeDocument/2006/relationships" id="2147483653" r:id="R0e8bd391f2da41aa"/>
    <p:sldLayoutId xmlns:r="http://schemas.openxmlformats.org/officeDocument/2006/relationships" id="2147483654" r:id="Rf487a0edfd4f47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ae9bcdc7de49f0" /><Relationship Type="http://schemas.openxmlformats.org/officeDocument/2006/relationships/notesSlide" Target="/ppt/notesSlides/notesSlide1.xml" Id="R4814c3955ed34c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ca1f542700482a" /><Relationship Type="http://schemas.openxmlformats.org/officeDocument/2006/relationships/notesSlide" Target="/ppt/notesSlides/notesSlide2.xml" Id="R4941b6d7f95242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630bcc875346fe" /><Relationship Type="http://schemas.openxmlformats.org/officeDocument/2006/relationships/notesSlide" Target="/ppt/notesSlides/notesSlide3.xml" Id="R1fbe616a58b04b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5d75dc51f5427d" /><Relationship Type="http://schemas.openxmlformats.org/officeDocument/2006/relationships/notesSlide" Target="/ppt/notesSlides/notesSlide4.xml" Id="R80b12f505ff543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0bb622f34f4b71" /><Relationship Type="http://schemas.openxmlformats.org/officeDocument/2006/relationships/notesSlide" Target="/ppt/notesSlides/notesSlide5.xml" Id="R24236ddf69ee49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5a23a0faf54dd4" /><Relationship Type="http://schemas.openxmlformats.org/officeDocument/2006/relationships/notesSlide" Target="/ppt/notesSlides/notesSlide6.xml" Id="Ra212f99ae29845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5c3b3439b94fed" /><Relationship Type="http://schemas.openxmlformats.org/officeDocument/2006/relationships/notesSlide" Target="/ppt/notesSlides/notesSlide7.xml" Id="R3d579bd61ba54a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7acd3668f54b8c" /><Relationship Type="http://schemas.openxmlformats.org/officeDocument/2006/relationships/notesSlide" Target="/ppt/notesSlides/notesSlide8.xml" Id="R5c20111ab48f44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e45268465a4f9c" /><Relationship Type="http://schemas.openxmlformats.org/officeDocument/2006/relationships/notesSlide" Target="/ppt/notesSlides/notesSlide9.xml" Id="R21e4b9a63d9f4a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3df8622d7403d" /><Relationship Type="http://schemas.openxmlformats.org/officeDocument/2006/relationships/image" Target="/ppt/media/image.png" Id="Rc9b4f480339f4705" /><Relationship Type="http://schemas.openxmlformats.org/officeDocument/2006/relationships/notesSlide" Target="/ppt/notesSlides/notesSlide10.xml" Id="Rea935a18590941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61d278a04642af" /><Relationship Type="http://schemas.openxmlformats.org/officeDocument/2006/relationships/image" Target="/ppt/media/image2.png" Id="Rd5383202a71546d7" /><Relationship Type="http://schemas.openxmlformats.org/officeDocument/2006/relationships/notesSlide" Target="/ppt/notesSlides/notesSlide11.xml" Id="R3b34f8c59a104e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650CA-4F49-4C33-8B3E-07BF7214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WORKFIT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7D319-155D-4911-8BD6-F5999F03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680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68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80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65EB5-C509-48FC-B8F7-B2C3C424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9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C99"/>
                </a:solidFill>
                <a:latin typeface="Arial"/>
                <a:ea typeface="Arial"/>
                <a:cs typeface="Arial"/>
              </a:rPr>
              <a:t>WORKFIT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63546-D6E0-4D52-8F54-C312B4E7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4500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Work that fits around long-term care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78A83-5470-4399-8544-DEA29DD0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0572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A personal planning workspace</a:t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Healthcare Challenge 2</a:t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Tencent Cloud Hackathon Singapore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DDF61-A055-4A1C-B3DE-AB950959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37C8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37C84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737C84"/>
                </a:solidFill>
                <a:latin typeface="Georgia"/>
                <a:ea typeface="Georgia"/>
                <a:cs typeface="Georgia"/>
              </a:rPr>
              <a:t>WorkFit   /   Healthcare Challenge 2</a:t>
            </a:r>
          </a:p>
        </p:txBody>
      </p:sp>
    </p:spTree>
    <p:extLst>
      <p:ext uri="{BB962C8B-B14F-4D97-AF65-F5344CB8AC3E}">
        <p14:creationId xmlns:p14="http://schemas.microsoft.com/office/powerpoint/2010/main" val="20850264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57F32-73F0-45CC-A5E1-3FD78301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WORKFIT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26B1C-1286-44A4-AB65-07546D5B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680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68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80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C1471-3284-47CF-B5A7-1D8D2D83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9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C99"/>
                </a:solidFill>
                <a:latin typeface="Arial"/>
                <a:ea typeface="Arial"/>
                <a:cs typeface="Arial"/>
              </a:rPr>
              <a:t>THE EVERYDAY CONFLICT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4F43C-C7C5-42B6-B1CD-2D53F638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Care takes time. Work pays the bills.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7A38C-A9E6-4DBE-AA5A-F3A74118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0572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A person managing long-term care may also need flexible paid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Appointments, travel and recovery compete with changing shift offers.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WorkFit checks which combination fits the time and income constraints the person confirms.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5D11A-9D75-4BD9-B56E-378BD896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37C8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37C84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737C84"/>
                </a:solidFill>
                <a:latin typeface="Georgia"/>
                <a:ea typeface="Georgia"/>
                <a:cs typeface="Georgia"/>
              </a:rPr>
              <a:t>WorkFit   /   Healthcare Challenge 2</a:t>
            </a:r>
          </a:p>
        </p:txBody>
      </p:sp>
    </p:spTree>
    <p:extLst>
      <p:ext uri="{BB962C8B-B14F-4D97-AF65-F5344CB8AC3E}">
        <p14:creationId xmlns:p14="http://schemas.microsoft.com/office/powerpoint/2010/main" val="9608682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77DE6-E2DB-4030-9ACC-66AB95B0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WORKFIT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F1AD5-408E-407F-8C0A-04EA952B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680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68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80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9DE14-892E-47B7-AE2B-ED8D55B1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9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C99"/>
                </a:solidFill>
                <a:latin typeface="Arial"/>
                <a:ea typeface="Arial"/>
                <a:cs typeface="Arial"/>
              </a:rPr>
              <a:t>A CONCRETE WEEK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C88A0-3954-46E1-BC2F-317A99FA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SGD 270 within a 20-hour limit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55474-D341-4166-9B6F-9EEC6C16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0572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Synthetic demonstration, not a patient 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Three six-hour shifts at SGD 90 each meet the target.</a:t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A reserved care window excludes conflicting offers.</a:t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If one chosen offer disappears, the remaining SGD 180 leaves a SGD 90 gap.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46BCE-0FB1-4EDE-AFD1-80C64E4A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37C8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37C84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737C84"/>
                </a:solidFill>
                <a:latin typeface="Georgia"/>
                <a:ea typeface="Georgia"/>
                <a:cs typeface="Georgia"/>
              </a:rPr>
              <a:t>WorkFit   /   Healthcare Challenge 2</a:t>
            </a:r>
          </a:p>
        </p:txBody>
      </p:sp>
    </p:spTree>
    <p:extLst>
      <p:ext uri="{BB962C8B-B14F-4D97-AF65-F5344CB8AC3E}">
        <p14:creationId xmlns:p14="http://schemas.microsoft.com/office/powerpoint/2010/main" val="1720103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40645-B573-475E-8502-D1EDDCD5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WORKFIT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FDF3E-1BBF-476D-9425-129CC12E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680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68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80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8D4E5-6AD0-40BF-8B4D-22EAAAA9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9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C99"/>
                </a:solidFill>
                <a:latin typeface="Arial"/>
                <a:ea typeface="Arial"/>
                <a:cs typeface="Arial"/>
              </a:rPr>
              <a:t>THE PRODUCT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3ED22-5BA4-4D29-AB94-95F86C6D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A plan that responds to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30A05-DE1A-4C69-9D3F-3D8E8984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0572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Review shift details and their source text.</a:t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Reserve time, including travel and personal buffer.</a:t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Confirm income, hours and rest limits.</a:t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Compare feasible schedules and select a proposal.</a:t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Record the response. Recheck when circumstances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C7143-8268-43C3-8F5D-A968D08D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37C8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37C84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737C84"/>
                </a:solidFill>
                <a:latin typeface="Georgia"/>
                <a:ea typeface="Georgia"/>
                <a:cs typeface="Georgia"/>
              </a:rPr>
              <a:t>WorkFit   /   Healthcare Challenge 2</a:t>
            </a:r>
          </a:p>
        </p:txBody>
      </p:sp>
    </p:spTree>
    <p:extLst>
      <p:ext uri="{BB962C8B-B14F-4D97-AF65-F5344CB8AC3E}">
        <p14:creationId xmlns:p14="http://schemas.microsoft.com/office/powerpoint/2010/main" val="10973461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89B2F-5A74-480D-8383-319E235D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WORKFIT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9ADC4-DE86-4966-BA45-9C56D882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680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68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808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95A07-B55F-4AC2-9611-8FCA5F0D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9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C99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E3873-8031-4297-BF9C-64172EE3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Local data with a checked planning 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DE3D6-A692-4F5F-AF46-1F4DED35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4857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0F2F6"/>
          </a:solidFill>
          <a:ln xmlns:a="http://schemas.openxmlformats.org/drawingml/2006/main" w="9525">
            <a:solidFill>
              <a:srgbClr val="21368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53299-9B4F-423F-9248-2930D61E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Cloudflare hosting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4C1AC-FFEE-4F9E-B50E-4910D233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0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630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047"/>
                </a:solidFill>
                <a:latin typeface="Arial"/>
                <a:ea typeface="Arial"/>
                <a:cs typeface="Arial"/>
              </a:rPr>
              <a:t>Serves the browser 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774AB-055A-4138-B035-D3F65B5F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14625"/>
            <a:ext cx="4857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0F2F6"/>
          </a:solidFill>
          <a:ln xmlns:a="http://schemas.openxmlformats.org/drawingml/2006/main" w="9525">
            <a:solidFill>
              <a:srgbClr val="21368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18072-232E-45F1-9E79-62639764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Browser workspace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CA05A-8162-4492-A2B9-48AEFD3F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0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630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047"/>
                </a:solidFill>
                <a:latin typeface="Arial"/>
                <a:ea typeface="Arial"/>
                <a:cs typeface="Arial"/>
              </a:rPr>
              <a:t>Profiles, offers and reserved time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35091-4BF3-4A45-A1A5-36A4C6C6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4857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0F2F6"/>
          </a:solidFill>
          <a:ln xmlns:a="http://schemas.openxmlformats.org/drawingml/2006/main" w="9525">
            <a:solidFill>
              <a:srgbClr val="21368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C7760-A1A7-4253-8E73-60C9A50F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Checked planning 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45298-99C3-48A2-8419-22AFDF79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0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630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047"/>
                </a:solidFill>
                <a:latin typeface="Arial"/>
                <a:ea typeface="Arial"/>
                <a:cs typeface="Arial"/>
              </a:rPr>
              <a:t>Overlap, hours, rest and income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9008DE-1303-4176-B58B-B0697A24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48577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0F2F6"/>
          </a:solidFill>
          <a:ln xmlns:a="http://schemas.openxmlformats.org/drawingml/2006/main" w="9525">
            <a:solidFill>
              <a:srgbClr val="21368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23FEE-27F5-4376-B01A-837FCFD8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Local saved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3A319-5A0A-4291-9FC0-1B626E8F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053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0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6304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63047"/>
                </a:solidFill>
                <a:latin typeface="Arial"/>
                <a:ea typeface="Arial"/>
                <a:cs typeface="Arial"/>
              </a:rPr>
              <a:t>Proposals, responses and backups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030ED5-74FB-4983-92E7-E96976F4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956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8C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8C9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8C99"/>
                </a:solidFill>
                <a:latin typeface="Arial"/>
                <a:ea typeface="Arial"/>
                <a:cs typeface="Arial"/>
              </a:rPr>
              <a:t>Files 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3495DC-E317-4CBD-BA54-C9CA9F6D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672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008C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008C9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8C99"/>
                </a:solidFill>
                <a:latin typeface="Arial"/>
                <a:ea typeface="Arial"/>
                <a:cs typeface="Arial"/>
              </a:rPr>
              <a:t>Validated plan 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B9B700-E3D3-4B8A-B619-28F659AF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08C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008C9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8C99"/>
                </a:solidFill>
                <a:latin typeface="Arial"/>
                <a:ea typeface="Arial"/>
                <a:cs typeface="Arial"/>
              </a:rPr>
              <a:t>Inputs 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088700-C6DA-49AA-893B-074F2D11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37C8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37C84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737C84"/>
                </a:solidFill>
                <a:latin typeface="Georgia"/>
                <a:ea typeface="Georgia"/>
                <a:cs typeface="Georgia"/>
              </a:rPr>
              <a:t>WorkFit   /   Healthcare Challenge 2</a:t>
            </a:r>
          </a:p>
        </p:txBody>
      </p:sp>
    </p:spTree>
    <p:extLst>
      <p:ext uri="{BB962C8B-B14F-4D97-AF65-F5344CB8AC3E}">
        <p14:creationId xmlns:p14="http://schemas.microsoft.com/office/powerpoint/2010/main" val="1832154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A84EC-22B5-40C7-94C4-58B0ABE0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WORKFIT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71CA5-2418-4EDB-9659-D5015A13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680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68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808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7DF37-64FE-451B-B7B9-00985EDF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9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C99"/>
                </a:solidFill>
                <a:latin typeface="Arial"/>
                <a:ea typeface="Arial"/>
                <a:cs typeface="Arial"/>
              </a:rPr>
              <a:t>AGENT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D4BC6-0683-46F6-8567-C9EBB557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Language helps with input. Rules check the plan.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06CE1-120C-4169-93A9-302006D3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0572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Earlier local prototype: model-assisted draft extraction with source quotes and user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Public build: explicit-format import and deterministic schedule search.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Proposed cloud extension: structured extraction, validation and user confirmation before changing a saved week.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No automatic medical advice, employer agreement or patient contact.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B4768-766B-4277-9531-00948C80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37C8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37C84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737C84"/>
                </a:solidFill>
                <a:latin typeface="Georgia"/>
                <a:ea typeface="Georgia"/>
                <a:cs typeface="Georgia"/>
              </a:rPr>
              <a:t>WorkFit   /   Healthcare Challenge 2</a:t>
            </a:r>
          </a:p>
        </p:txBody>
      </p:sp>
    </p:spTree>
    <p:extLst>
      <p:ext uri="{BB962C8B-B14F-4D97-AF65-F5344CB8AC3E}">
        <p14:creationId xmlns:p14="http://schemas.microsoft.com/office/powerpoint/2010/main" val="18995365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642339-D928-4888-B993-88EA91CB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WORKFIT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B344B-9959-44B6-8935-0977FA1C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680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68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808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8BB05-C76E-4468-880E-A6B09D74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9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C99"/>
                </a:solidFill>
                <a:latin typeface="Arial"/>
                <a:ea typeface="Arial"/>
                <a:cs typeface="Arial"/>
              </a:rPr>
              <a:t>EVIDENCE AND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884C6-0654-4DCB-A4A7-6470BAED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Less recomputation when the week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98949-E526-4F5C-8218-E745E87A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0572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Implemented: feasible combinations, income shortfalls and invalidation of outdated proposals.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Verified: profile separation, stale edit rejection, backup validation and the browser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ChatGPT with equivalent tools can reproduce these calculations. The product packages them into a persistent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Patient time savings and clinical benefit still need user testing.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52991-71C4-4863-AB64-279422E2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37C8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37C84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737C84"/>
                </a:solidFill>
                <a:latin typeface="Georgia"/>
                <a:ea typeface="Georgia"/>
                <a:cs typeface="Georgia"/>
              </a:rPr>
              <a:t>WorkFit   /   Healthcare Challenge 2</a:t>
            </a:r>
          </a:p>
        </p:txBody>
      </p:sp>
    </p:spTree>
    <p:extLst>
      <p:ext uri="{BB962C8B-B14F-4D97-AF65-F5344CB8AC3E}">
        <p14:creationId xmlns:p14="http://schemas.microsoft.com/office/powerpoint/2010/main" val="8245873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A7C79-8B71-45E8-89D4-546E5C62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WORKFIT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9CBF6-F1BA-4460-9A48-897AB304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680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68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808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AAEEE-DA02-420E-A8E1-1A52ECA3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9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C99"/>
                </a:solidFill>
                <a:latin typeface="Arial"/>
                <a:ea typeface="Arial"/>
                <a:cs typeface="Arial"/>
              </a:rPr>
              <a:t>BUILD REFLECTION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14F87-2415-495B-9F35-5103617C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WorkBuddy experts and cloud connections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2A21E-13FF-4DEB-9C87-667E6609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0572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Experts provide a starting point for frontend, website and deployment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The built-in CloudBase connector can connect Tencent Cloud services and assist deployment after authorization.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The supplied conversation shows project inspection and hosting guidance. It does not establish a completed Tencent Cloud deployment.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Current WorkFit hosting: Cloudflare.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5B796-269C-45CE-8D6F-A7607807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37C8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37C84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737C84"/>
                </a:solidFill>
                <a:latin typeface="Georgia"/>
                <a:ea typeface="Georgia"/>
                <a:cs typeface="Georgia"/>
              </a:rPr>
              <a:t>WorkFit   /   Healthcare Challenge 2</a:t>
            </a:r>
          </a:p>
        </p:txBody>
      </p:sp>
    </p:spTree>
    <p:extLst>
      <p:ext uri="{BB962C8B-B14F-4D97-AF65-F5344CB8AC3E}">
        <p14:creationId xmlns:p14="http://schemas.microsoft.com/office/powerpoint/2010/main" val="5645790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F9865-ABE3-4B20-A7DA-EE903F69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WORKFIT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CFD34-5052-48F8-B5AE-D45678A6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680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680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808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9995E-6CE5-41AB-BC42-05DC1ED5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C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08C9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8C99"/>
                </a:solidFill>
                <a:latin typeface="Arial"/>
                <a:ea typeface="Arial"/>
                <a:cs typeface="Arial"/>
              </a:rPr>
              <a:t>TRY WORKFIT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5F8A4-B120-453D-A190-381CDC3B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076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A week with room for care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48459-4E46-4AC1-AC3F-F844694F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10572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Live app</a:t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https://workfit.jp2019213506.workers.dev/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Source code</a:t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https://github.com/BIGBEN171/workfit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43E4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3E49"/>
                </a:solidFill>
                <a:latin typeface="Arial"/>
                <a:ea typeface="Arial"/>
                <a:cs typeface="Arial"/>
              </a:rPr>
              <a:t>Plans stay in this browser. Export a backup to keep a copy.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F2839-FF5E-46D8-8763-A6868D53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737C8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737C84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737C84"/>
                </a:solidFill>
                <a:latin typeface="Georgia"/>
                <a:ea typeface="Georgia"/>
                <a:cs typeface="Georgia"/>
              </a:rPr>
              <a:t>WorkFit   /   Healthcare Challenge 2</a:t>
            </a:r>
          </a:p>
        </p:txBody>
      </p:sp>
    </p:spTree>
    <p:extLst>
      <p:ext uri="{BB962C8B-B14F-4D97-AF65-F5344CB8AC3E}">
        <p14:creationId xmlns:p14="http://schemas.microsoft.com/office/powerpoint/2010/main" val="14287939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259D7-AA2A-4C29-8B05-B103C923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WorkBuddy experts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730A1-334C-498B-87B1-F5CD2956D1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4f480339f4705"/>
          <a:stretch xmlns:a="http://schemas.openxmlformats.org/drawingml/2006/main"/>
        </p:blipFill>
        <p:spPr>
          <a:xfrm xmlns:a="http://schemas.openxmlformats.org/drawingml/2006/main">
            <a:off x="1664912" y="1143000"/>
            <a:ext cx="8862175" cy="5048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D2540-AA0C-4460-9EB7-B91C620F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8175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C84"/>
                </a:solidFill>
                <a:latin typeface="Arial"/>
                <a:ea typeface="Arial"/>
                <a:cs typeface="Arial"/>
              </a:rPr>
              <a:t>User-supplied screenshot. Guidance shown; deployment completion not established.</a:t>
            </a:r>
          </a:p>
        </p:txBody>
      </p:sp>
    </p:spTree>
    <p:extLst>
      <p:ext uri="{BB962C8B-B14F-4D97-AF65-F5344CB8AC3E}">
        <p14:creationId xmlns:p14="http://schemas.microsoft.com/office/powerpoint/2010/main" val="8840590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AC386-3FD7-4EE3-B48B-2DCE1FD7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13681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213681"/>
                </a:solidFill>
                <a:latin typeface="Georgia"/>
                <a:ea typeface="Georgia"/>
                <a:cs typeface="Georgia"/>
              </a:rPr>
              <a:t>Deployment guidance in WorkBuddy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F9C9A-06BD-453B-A2B2-A34943E44F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83202a71546d7"/>
          <a:stretch xmlns:a="http://schemas.openxmlformats.org/drawingml/2006/main"/>
        </p:blipFill>
        <p:spPr>
          <a:xfrm xmlns:a="http://schemas.openxmlformats.org/drawingml/2006/main">
            <a:off x="2157848" y="1143000"/>
            <a:ext cx="7876305" cy="5048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24A8C-4412-4396-98D0-990E706C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8175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737C8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737C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37C84"/>
                </a:solidFill>
                <a:latin typeface="Arial"/>
                <a:ea typeface="Arial"/>
                <a:cs typeface="Arial"/>
              </a:rPr>
              <a:t>User-supplied screenshot. Guidance shown; deployment completion not established.</a:t>
            </a:r>
          </a:p>
        </p:txBody>
      </p:sp>
    </p:spTree>
    <p:extLst>
      <p:ext uri="{BB962C8B-B14F-4D97-AF65-F5344CB8AC3E}">
        <p14:creationId xmlns:p14="http://schemas.microsoft.com/office/powerpoint/2010/main" val="5288990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2026-10-16T15:54:28.8800000Z</dcterms:created>
  <dcterms:modified xsi:type="dcterms:W3CDTF">2026-10-16T15:54:28.8800000Z</dcterms:modified>
</coreProperties>
</file>